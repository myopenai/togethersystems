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T-Systems Global Provider Alliance (TGPA)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 Network. One Humanity.</a:t>
            </a:r>
          </a:p>
          <a:p>
            <a:r>
              <a:t>Globale Vereinigung aller Provider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Ausgangssituation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Fragmentierte Providerlandschaft</a:t>
            </a:r>
          </a:p>
          <a:p>
            <a:pPr/>
            <a:r>
              <a:t>Hohe redundante Infrastrukturkosten</a:t>
            </a:r>
          </a:p>
          <a:p>
            <a:pPr/>
            <a:r>
              <a:t>Parallel laufende F&amp;E-Projekte</a:t>
            </a:r>
          </a:p>
          <a:p>
            <a:pPr/>
            <a:r>
              <a:t>Hohe Marketing- und Verwaltungskosten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TGPA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Ein globaler Provider-Dachkonzern unter T-Systems</a:t>
            </a:r>
          </a:p>
          <a:p>
            <a:pPr/>
            <a:r>
              <a:t>Vereinigung von Mobilfunk, Internet, Broadcasting, Satellit und Cloud</a:t>
            </a:r>
          </a:p>
          <a:p>
            <a:pPr/>
            <a:r>
              <a:t>Globale, stabile Kommunikationsinfrastruktur</a:t>
            </a:r>
          </a:p>
          <a:p>
            <a:pPr/>
            <a:r>
              <a:t>Gewinnverwendung für die Allgemeinheit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Marktvolumen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Brutto-Provider-Produkt (BPP): ca. 3,7 Billionen USD p.a.</a:t>
            </a:r>
          </a:p>
          <a:p>
            <a:pPr/>
            <a:r>
              <a:t>Telekommunikation: 1,8 Bio USD</a:t>
            </a:r>
          </a:p>
          <a:p>
            <a:pPr/>
            <a:r>
              <a:t>ISP: 550 Mrd USD</a:t>
            </a:r>
          </a:p>
          <a:p>
            <a:pPr/>
            <a:r>
              <a:t>Broadcasting: 500 Mrd USD</a:t>
            </a:r>
          </a:p>
          <a:p>
            <a:pPr/>
            <a:r>
              <a:t>Satellit: 120 Mrd USD</a:t>
            </a:r>
          </a:p>
          <a:p>
            <a:pPr/>
            <a:r>
              <a:t>Cloud/IT: 700 Mrd USD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Kostenvorteil TGPA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Heutige Kostenquote: ca. 90 %</a:t>
            </a:r>
          </a:p>
          <a:p>
            <a:pPr/>
            <a:r>
              <a:t>TGPA-Kostenquote: ca. 42 %</a:t>
            </a:r>
          </a:p>
          <a:p>
            <a:pPr/>
            <a:r>
              <a:t>Jährliche Einsparung: ~1,78 Billionen USD</a:t>
            </a:r>
          </a:p>
          <a:p>
            <a:pPr/>
            <a:r>
              <a:t>Massive Skaleneffekte und Effizienzgewinne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Gesellschaftlicher Nutzen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Dividend – Gewinne für die Menschheit</a:t>
            </a:r>
          </a:p>
          <a:p>
            <a:pPr/>
            <a:r>
              <a:t>Suppenküchen, Notunterkünfte, Grundversorgung</a:t>
            </a:r>
          </a:p>
          <a:p>
            <a:pPr/>
            <a:r>
              <a:t>Bildung und digitale Infrastruktur</a:t>
            </a:r>
          </a:p>
          <a:p>
            <a:pPr/>
            <a:r>
              <a:t>Nachhaltigkeit und Klimaschutzprojekte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Technische Stabilität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Dezentrale Cloud- und Edge-Infrastruktur</a:t>
            </a:r>
          </a:p>
          <a:p>
            <a:pPr/>
            <a:r>
              <a:t>Satelliten-Backbones und Glasfaserringe</a:t>
            </a:r>
          </a:p>
          <a:p>
            <a:pPr/>
            <a:r>
              <a:t>KI-basierte Netzsteuerung</a:t>
            </a:r>
          </a:p>
          <a:p>
            <a:pPr/>
            <a:r>
              <a:t>Stabilität selbst bei globaler Spitzenlast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Ethik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Transparente, auditierte Finanzströme</a:t>
            </a:r>
          </a:p>
          <a:p>
            <a:pPr/>
            <a:r>
              <a:t>Internationale Aufsichtsgremien</a:t>
            </a:r>
          </a:p>
          <a:p>
            <a:pPr/>
            <a:r>
              <a:t>Fixe Quoten für soziale Reinvestition</a:t>
            </a:r>
          </a:p>
          <a:p>
            <a:pPr/>
            <a:r>
              <a:t>Schutz vor Monopolmissbrauch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Rolle des CEO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Visionäre Führung und globale Verhandlungen</a:t>
            </a:r>
          </a:p>
          <a:p>
            <a:pPr/>
            <a:r>
              <a:t>Architekt der technischen und sozialen Gesamtstrategie</a:t>
            </a:r>
          </a:p>
          <a:p>
            <a:pPr/>
            <a:r>
              <a:t>Sicherstellung der humanitären Zielsetzung</a:t>
            </a:r>
          </a:p>
          <a:p>
            <a:pPr/>
            <a:r>
              <a:t>Aufbau einer Allianz aus Staaten und Unternehmen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